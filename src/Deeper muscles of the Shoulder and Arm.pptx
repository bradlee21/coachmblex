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  <p:sldMasterId id="2147483720" r:id="rId7"/>
    <p:sldMasterId id="2147483732" r:id="rId8"/>
    <p:sldMasterId id="2147483744" r:id="rId9"/>
    <p:sldMasterId id="2147483756" r:id="rId10"/>
    <p:sldMasterId id="2147483768" r:id="rId11"/>
  </p:sldMasterIdLst>
  <p:sldIdLst>
    <p:sldId id="256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57" r:id="rId21"/>
    <p:sldId id="266" r:id="rId22"/>
    <p:sldId id="267" r:id="rId23"/>
    <p:sldId id="268" r:id="rId24"/>
    <p:sldId id="269" r:id="rId25"/>
    <p:sldId id="270" r:id="rId26"/>
    <p:sldId id="271" r:id="rId27"/>
    <p:sldId id="273" r:id="rId28"/>
    <p:sldId id="27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0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5F755-0D29-4230-96C0-994943625658}" type="datetimeFigureOut">
              <a:rPr lang="en-US" smtClean="0"/>
              <a:t>8/7/2014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DBD8C-7B8F-4E4D-BC4D-844E6FBAC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318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5F755-0D29-4230-96C0-994943625658}" type="datetimeFigureOut">
              <a:rPr lang="en-US" smtClean="0"/>
              <a:t>8/7/2014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DBD8C-7B8F-4E4D-BC4D-844E6FBAC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11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5F755-0D29-4230-96C0-994943625658}" type="datetimeFigureOut">
              <a:rPr lang="en-US" smtClean="0"/>
              <a:t>8/7/2014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DBD8C-7B8F-4E4D-BC4D-844E6FBAC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972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5F755-0D29-4230-96C0-994943625658}" type="datetimeFigureOut">
              <a:rPr lang="en-US" smtClean="0"/>
              <a:t>8/7/2014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DBD8C-7B8F-4E4D-BC4D-844E6FBAC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073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5F755-0D29-4230-96C0-994943625658}" type="datetimeFigureOut">
              <a:rPr lang="en-US" smtClean="0"/>
              <a:t>8/7/2014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DBD8C-7B8F-4E4D-BC4D-844E6FBAC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059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5F755-0D29-4230-96C0-994943625658}" type="datetimeFigureOut">
              <a:rPr lang="en-US" smtClean="0"/>
              <a:t>8/7/2014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DBD8C-7B8F-4E4D-BC4D-844E6FBAC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801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5F755-0D29-4230-96C0-994943625658}" type="datetimeFigureOut">
              <a:rPr lang="en-US" smtClean="0"/>
              <a:t>8/7/2014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DBD8C-7B8F-4E4D-BC4D-844E6FBAC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710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5F755-0D29-4230-96C0-994943625658}" type="datetimeFigureOut">
              <a:rPr lang="en-US" smtClean="0"/>
              <a:t>8/7/2014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DBD8C-7B8F-4E4D-BC4D-844E6FBAC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13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5F755-0D29-4230-96C0-994943625658}" type="datetimeFigureOut">
              <a:rPr lang="en-US" smtClean="0"/>
              <a:t>8/7/2014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DBD8C-7B8F-4E4D-BC4D-844E6FBAC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349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5F755-0D29-4230-96C0-994943625658}" type="datetimeFigureOut">
              <a:rPr lang="en-US" smtClean="0"/>
              <a:t>8/7/2014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DBD8C-7B8F-4E4D-BC4D-844E6FBAC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3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5F755-0D29-4230-96C0-994943625658}" type="datetimeFigureOut">
              <a:rPr lang="en-US" smtClean="0"/>
              <a:t>8/7/2014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DBD8C-7B8F-4E4D-BC4D-844E6FBAC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055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90CB166D-9827-4739-B92F-27534934F46A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7371AACD-310C-43AC-B7AB-8C92498641FA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19653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85F6202E-97A0-4810-947E-341CB043B882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C952B325-B16F-4022-8116-F0B4A46720DE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61285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3D9F16DC-F4A8-4E19-9FE3-E9BE119CCBE5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12928FD9-DC51-445B-AF3E-871587142254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88650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E9F5BB06-63C8-42D1-8FA2-00B845B792AA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1160E89-7814-42D6-B6B1-9F2B2DC51B3C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886039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F3BF71FC-35D6-49B9-8DCC-96B2853D0C72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A88D4CD-5814-4DC2-A98B-3EC59F88528B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228995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A165EB31-B7B4-4C3D-810E-99E9BE6C48B3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1207D2B-7456-4430-9B35-CB9075F5C238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725302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14D0D2EC-C54F-4544-BC3B-CE653F7250EF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0E0A9E5D-9350-40A7-9FDE-E670E1CF785A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695654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0A2FC715-CBD9-43C5-8D87-E28CDF70BC60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9CFE4340-67CE-4B5F-8656-7E5B72A08CF8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088537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49FE2580-41AC-4B14-B02E-2C35C6438484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F04B8070-D33E-448E-8B5A-A759759C6699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891269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F1E4918C-5F94-4AC2-928C-55CB7B885270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1E1518F9-1F26-453C-BB5E-EB445A1865AC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450347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226402EA-245D-4195-BF0A-54CF44216602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F90D6E6-2E62-42F3-AA70-4C10847656D8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035983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90CB166D-9827-4739-B92F-27534934F46A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7371AACD-310C-43AC-B7AB-8C92498641FA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476939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85F6202E-97A0-4810-947E-341CB043B882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C952B325-B16F-4022-8116-F0B4A46720DE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416986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3D9F16DC-F4A8-4E19-9FE3-E9BE119CCBE5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12928FD9-DC51-445B-AF3E-871587142254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700494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E9F5BB06-63C8-42D1-8FA2-00B845B792AA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1160E89-7814-42D6-B6B1-9F2B2DC51B3C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872385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F3BF71FC-35D6-49B9-8DCC-96B2853D0C72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A88D4CD-5814-4DC2-A98B-3EC59F88528B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485891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A165EB31-B7B4-4C3D-810E-99E9BE6C48B3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1207D2B-7456-4430-9B35-CB9075F5C238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822995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14D0D2EC-C54F-4544-BC3B-CE653F7250EF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0E0A9E5D-9350-40A7-9FDE-E670E1CF785A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975978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0A2FC715-CBD9-43C5-8D87-E28CDF70BC60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9CFE4340-67CE-4B5F-8656-7E5B72A08CF8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557504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49FE2580-41AC-4B14-B02E-2C35C6438484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F04B8070-D33E-448E-8B5A-A759759C6699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368572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F1E4918C-5F94-4AC2-928C-55CB7B885270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1E1518F9-1F26-453C-BB5E-EB445A1865AC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9508414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226402EA-245D-4195-BF0A-54CF44216602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F90D6E6-2E62-42F3-AA70-4C10847656D8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08217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90CB166D-9827-4739-B92F-27534934F46A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7371AACD-310C-43AC-B7AB-8C92498641FA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280917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85F6202E-97A0-4810-947E-341CB043B882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C952B325-B16F-4022-8116-F0B4A46720DE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240066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3D9F16DC-F4A8-4E19-9FE3-E9BE119CCBE5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12928FD9-DC51-445B-AF3E-871587142254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3374657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E9F5BB06-63C8-42D1-8FA2-00B845B792AA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1160E89-7814-42D6-B6B1-9F2B2DC51B3C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9992827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F3BF71FC-35D6-49B9-8DCC-96B2853D0C72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A88D4CD-5814-4DC2-A98B-3EC59F88528B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4404914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A165EB31-B7B4-4C3D-810E-99E9BE6C48B3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1207D2B-7456-4430-9B35-CB9075F5C238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5359867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14D0D2EC-C54F-4544-BC3B-CE653F7250EF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0E0A9E5D-9350-40A7-9FDE-E670E1CF785A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532395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0A2FC715-CBD9-43C5-8D87-E28CDF70BC60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9CFE4340-67CE-4B5F-8656-7E5B72A08CF8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594860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49FE2580-41AC-4B14-B02E-2C35C6438484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F04B8070-D33E-448E-8B5A-A759759C6699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8223017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F1E4918C-5F94-4AC2-928C-55CB7B885270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1E1518F9-1F26-453C-BB5E-EB445A1865AC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3916197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226402EA-245D-4195-BF0A-54CF44216602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F90D6E6-2E62-42F3-AA70-4C10847656D8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449071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90CB166D-9827-4739-B92F-27534934F46A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7371AACD-310C-43AC-B7AB-8C92498641FA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4393599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85F6202E-97A0-4810-947E-341CB043B882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C952B325-B16F-4022-8116-F0B4A46720DE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6304822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3D9F16DC-F4A8-4E19-9FE3-E9BE119CCBE5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12928FD9-DC51-445B-AF3E-871587142254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2931336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E9F5BB06-63C8-42D1-8FA2-00B845B792AA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1160E89-7814-42D6-B6B1-9F2B2DC51B3C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7915816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F3BF71FC-35D6-49B9-8DCC-96B2853D0C72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A88D4CD-5814-4DC2-A98B-3EC59F88528B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6441841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A165EB31-B7B4-4C3D-810E-99E9BE6C48B3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1207D2B-7456-4430-9B35-CB9075F5C238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1130719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14D0D2EC-C54F-4544-BC3B-CE653F7250EF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0E0A9E5D-9350-40A7-9FDE-E670E1CF785A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5194932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0A2FC715-CBD9-43C5-8D87-E28CDF70BC60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9CFE4340-67CE-4B5F-8656-7E5B72A08CF8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466715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49FE2580-41AC-4B14-B02E-2C35C6438484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F04B8070-D33E-448E-8B5A-A759759C6699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2648178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F1E4918C-5F94-4AC2-928C-55CB7B885270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1E1518F9-1F26-453C-BB5E-EB445A1865AC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9482698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226402EA-245D-4195-BF0A-54CF44216602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F90D6E6-2E62-42F3-AA70-4C10847656D8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2010724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90CB166D-9827-4739-B92F-27534934F46A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7371AACD-310C-43AC-B7AB-8C92498641FA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5151758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85F6202E-97A0-4810-947E-341CB043B882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C952B325-B16F-4022-8116-F0B4A46720DE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5735032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3D9F16DC-F4A8-4E19-9FE3-E9BE119CCBE5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12928FD9-DC51-445B-AF3E-871587142254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5394759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E9F5BB06-63C8-42D1-8FA2-00B845B792AA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1160E89-7814-42D6-B6B1-9F2B2DC51B3C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5622089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F3BF71FC-35D6-49B9-8DCC-96B2853D0C72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A88D4CD-5814-4DC2-A98B-3EC59F88528B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672455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A165EB31-B7B4-4C3D-810E-99E9BE6C48B3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1207D2B-7456-4430-9B35-CB9075F5C238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8501773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14D0D2EC-C54F-4544-BC3B-CE653F7250EF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0E0A9E5D-9350-40A7-9FDE-E670E1CF785A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9799294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0A2FC715-CBD9-43C5-8D87-E28CDF70BC60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9CFE4340-67CE-4B5F-8656-7E5B72A08CF8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8909000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49FE2580-41AC-4B14-B02E-2C35C6438484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F04B8070-D33E-448E-8B5A-A759759C6699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5227934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F1E4918C-5F94-4AC2-928C-55CB7B885270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1E1518F9-1F26-453C-BB5E-EB445A1865AC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7447041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226402EA-245D-4195-BF0A-54CF44216602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F90D6E6-2E62-42F3-AA70-4C10847656D8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358502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90CB166D-9827-4739-B92F-27534934F46A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7371AACD-310C-43AC-B7AB-8C92498641FA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2945992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85F6202E-97A0-4810-947E-341CB043B882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C952B325-B16F-4022-8116-F0B4A46720DE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5868742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3D9F16DC-F4A8-4E19-9FE3-E9BE119CCBE5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12928FD9-DC51-445B-AF3E-871587142254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5400206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E9F5BB06-63C8-42D1-8FA2-00B845B792AA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1160E89-7814-42D6-B6B1-9F2B2DC51B3C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2105114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F3BF71FC-35D6-49B9-8DCC-96B2853D0C72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A88D4CD-5814-4DC2-A98B-3EC59F88528B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9832051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A165EB31-B7B4-4C3D-810E-99E9BE6C48B3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1207D2B-7456-4430-9B35-CB9075F5C238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2823148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14D0D2EC-C54F-4544-BC3B-CE653F7250EF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0E0A9E5D-9350-40A7-9FDE-E670E1CF785A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502379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0A2FC715-CBD9-43C5-8D87-E28CDF70BC60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9CFE4340-67CE-4B5F-8656-7E5B72A08CF8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2400877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49FE2580-41AC-4B14-B02E-2C35C6438484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F04B8070-D33E-448E-8B5A-A759759C6699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7088124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F1E4918C-5F94-4AC2-928C-55CB7B885270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1E1518F9-1F26-453C-BB5E-EB445A1865AC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3292645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226402EA-245D-4195-BF0A-54CF44216602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F90D6E6-2E62-42F3-AA70-4C10847656D8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982620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90CB166D-9827-4739-B92F-27534934F46A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7371AACD-310C-43AC-B7AB-8C92498641FA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10890721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85F6202E-97A0-4810-947E-341CB043B882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C952B325-B16F-4022-8116-F0B4A46720DE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9688793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3D9F16DC-F4A8-4E19-9FE3-E9BE119CCBE5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12928FD9-DC51-445B-AF3E-871587142254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3358303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E9F5BB06-63C8-42D1-8FA2-00B845B792AA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1160E89-7814-42D6-B6B1-9F2B2DC51B3C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5416316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F3BF71FC-35D6-49B9-8DCC-96B2853D0C72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A88D4CD-5814-4DC2-A98B-3EC59F88528B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0817761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A165EB31-B7B4-4C3D-810E-99E9BE6C48B3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1207D2B-7456-4430-9B35-CB9075F5C238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952137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14D0D2EC-C54F-4544-BC3B-CE653F7250EF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0E0A9E5D-9350-40A7-9FDE-E670E1CF785A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9333227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0A2FC715-CBD9-43C5-8D87-E28CDF70BC60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9CFE4340-67CE-4B5F-8656-7E5B72A08CF8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2233885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49FE2580-41AC-4B14-B02E-2C35C6438484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F04B8070-D33E-448E-8B5A-A759759C6699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6296846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F1E4918C-5F94-4AC2-928C-55CB7B885270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1E1518F9-1F26-453C-BB5E-EB445A1865AC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2601453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226402EA-245D-4195-BF0A-54CF44216602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F90D6E6-2E62-42F3-AA70-4C10847656D8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3341342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90CB166D-9827-4739-B92F-27534934F46A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7371AACD-310C-43AC-B7AB-8C92498641FA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7352508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85F6202E-97A0-4810-947E-341CB043B882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C952B325-B16F-4022-8116-F0B4A46720DE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4038270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3D9F16DC-F4A8-4E19-9FE3-E9BE119CCBE5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12928FD9-DC51-445B-AF3E-871587142254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3846799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E9F5BB06-63C8-42D1-8FA2-00B845B792AA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1160E89-7814-42D6-B6B1-9F2B2DC51B3C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8423074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F3BF71FC-35D6-49B9-8DCC-96B2853D0C72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A88D4CD-5814-4DC2-A98B-3EC59F88528B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64862568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A165EB31-B7B4-4C3D-810E-99E9BE6C48B3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1207D2B-7456-4430-9B35-CB9075F5C238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77796817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14D0D2EC-C54F-4544-BC3B-CE653F7250EF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0E0A9E5D-9350-40A7-9FDE-E670E1CF785A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8588431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0A2FC715-CBD9-43C5-8D87-E28CDF70BC60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9CFE4340-67CE-4B5F-8656-7E5B72A08CF8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8233564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49FE2580-41AC-4B14-B02E-2C35C6438484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F04B8070-D33E-448E-8B5A-A759759C6699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4481958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F1E4918C-5F94-4AC2-928C-55CB7B885270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1E1518F9-1F26-453C-BB5E-EB445A1865AC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74833462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226402EA-245D-4195-BF0A-54CF44216602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F90D6E6-2E62-42F3-AA70-4C10847656D8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6061544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90CB166D-9827-4739-B92F-27534934F46A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7371AACD-310C-43AC-B7AB-8C92498641FA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0349721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85F6202E-97A0-4810-947E-341CB043B882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C952B325-B16F-4022-8116-F0B4A46720DE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3328085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3D9F16DC-F4A8-4E19-9FE3-E9BE119CCBE5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12928FD9-DC51-445B-AF3E-871587142254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71653905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E9F5BB06-63C8-42D1-8FA2-00B845B792AA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1160E89-7814-42D6-B6B1-9F2B2DC51B3C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56759046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F3BF71FC-35D6-49B9-8DCC-96B2853D0C72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A88D4CD-5814-4DC2-A98B-3EC59F88528B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56070814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A165EB31-B7B4-4C3D-810E-99E9BE6C48B3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1207D2B-7456-4430-9B35-CB9075F5C238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0943280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14D0D2EC-C54F-4544-BC3B-CE653F7250EF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0E0A9E5D-9350-40A7-9FDE-E670E1CF785A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58221249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0A2FC715-CBD9-43C5-8D87-E28CDF70BC60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9CFE4340-67CE-4B5F-8656-7E5B72A08CF8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77007273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49FE2580-41AC-4B14-B02E-2C35C6438484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F04B8070-D33E-448E-8B5A-A759759C6699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50818482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F1E4918C-5F94-4AC2-928C-55CB7B885270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1E1518F9-1F26-453C-BB5E-EB445A1865AC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8409738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226402EA-245D-4195-BF0A-54CF44216602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F90D6E6-2E62-42F3-AA70-4C10847656D8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64407406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90CB166D-9827-4739-B92F-27534934F46A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7371AACD-310C-43AC-B7AB-8C92498641FA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7706597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85F6202E-97A0-4810-947E-341CB043B882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C952B325-B16F-4022-8116-F0B4A46720DE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32185664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3D9F16DC-F4A8-4E19-9FE3-E9BE119CCBE5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12928FD9-DC51-445B-AF3E-871587142254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04014485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E9F5BB06-63C8-42D1-8FA2-00B845B792AA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1160E89-7814-42D6-B6B1-9F2B2DC51B3C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21068208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F3BF71FC-35D6-49B9-8DCC-96B2853D0C72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A88D4CD-5814-4DC2-A98B-3EC59F88528B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6659225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A165EB31-B7B4-4C3D-810E-99E9BE6C48B3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1207D2B-7456-4430-9B35-CB9075F5C238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85056731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14D0D2EC-C54F-4544-BC3B-CE653F7250EF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0E0A9E5D-9350-40A7-9FDE-E670E1CF785A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03373131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0A2FC715-CBD9-43C5-8D87-E28CDF70BC60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9CFE4340-67CE-4B5F-8656-7E5B72A08CF8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40209765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49FE2580-41AC-4B14-B02E-2C35C6438484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F04B8070-D33E-448E-8B5A-A759759C6699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82629977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F1E4918C-5F94-4AC2-928C-55CB7B885270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1E1518F9-1F26-453C-BB5E-EB445A1865AC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13463220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226402EA-245D-4195-BF0A-54CF44216602}" type="datetimeFigureOut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8/7/2014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6F90D6E6-2E62-42F3-AA70-4C10847656D8}" type="slidenum">
              <a:rPr lang="en-US" altLang="en-US" smtClean="0">
                <a:solidFill>
                  <a:prstClr val="black"/>
                </a:solidFill>
                <a:ea typeface="MS PGothic" panose="020B0600070205080204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72546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35F755-0D29-4230-96C0-994943625658}" type="datetimeFigureOut">
              <a:rPr lang="en-US" smtClean="0"/>
              <a:t>8/7/2014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2DBD8C-7B8F-4E4D-BC4D-844E6FBAC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231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47041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4598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0551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41089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134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566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0010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4379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6447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9891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MS PGothic" panose="020B0600070205080204" pitchFamily="3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imes"/>
          <a:ea typeface="MS PGothic" panose="020B0600070205080204" pitchFamily="34" charset="-128"/>
          <a:cs typeface="Time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9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0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Deeper muscles of the Shoulder and Arm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Overlays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22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en-US" smtClean="0">
                <a:latin typeface="Times" panose="02020603050405020304" pitchFamily="18" charset="0"/>
              </a:rPr>
              <a:t>Infraspinatus 1</a:t>
            </a:r>
            <a:endParaRPr lang="en-US" altLang="en-US" smtClean="0">
              <a:latin typeface="Times" panose="02020603050405020304" pitchFamily="18" charset="0"/>
            </a:endParaRPr>
          </a:p>
        </p:txBody>
      </p:sp>
      <p:pic>
        <p:nvPicPr>
          <p:cNvPr id="31746" name="Content Placeholder 3" descr="Infraspinatus1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446" r="-844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818909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en-US" smtClean="0">
                <a:latin typeface="Times" panose="02020603050405020304" pitchFamily="18" charset="0"/>
              </a:rPr>
              <a:t>Infraspinatus 2</a:t>
            </a:r>
            <a:endParaRPr lang="en-US" altLang="en-US" smtClean="0">
              <a:latin typeface="Times" panose="02020603050405020304" pitchFamily="18" charset="0"/>
            </a:endParaRPr>
          </a:p>
        </p:txBody>
      </p:sp>
      <p:pic>
        <p:nvPicPr>
          <p:cNvPr id="32770" name="Content Placeholder 3" descr="Infraspinatus2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446" r="-844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9786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en-US" smtClean="0">
                <a:latin typeface="Times" panose="02020603050405020304" pitchFamily="18" charset="0"/>
              </a:rPr>
              <a:t>Infraspinatus &amp; teres minor</a:t>
            </a:r>
            <a:endParaRPr lang="en-US" altLang="en-US" smtClean="0">
              <a:latin typeface="Times" panose="02020603050405020304" pitchFamily="18" charset="0"/>
            </a:endParaRPr>
          </a:p>
        </p:txBody>
      </p:sp>
      <p:pic>
        <p:nvPicPr>
          <p:cNvPr id="33794" name="Content Placeholder 4" descr="InfraspinatusTeresMinor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446" r="-844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73726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en-US" smtClean="0">
                <a:latin typeface="Times" panose="02020603050405020304" pitchFamily="18" charset="0"/>
              </a:rPr>
              <a:t>Spine of scapula</a:t>
            </a:r>
            <a:endParaRPr lang="en-US" altLang="en-US" smtClean="0">
              <a:latin typeface="Times" panose="02020603050405020304" pitchFamily="18" charset="0"/>
            </a:endParaRPr>
          </a:p>
        </p:txBody>
      </p:sp>
      <p:pic>
        <p:nvPicPr>
          <p:cNvPr id="34818" name="Content Placeholder 3" descr="SpineofScapula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446" r="-844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647759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en-US" smtClean="0">
                <a:latin typeface="Times" panose="02020603050405020304" pitchFamily="18" charset="0"/>
              </a:rPr>
              <a:t>Subscapularis</a:t>
            </a:r>
            <a:endParaRPr lang="en-US" altLang="en-US" smtClean="0">
              <a:latin typeface="Times" panose="02020603050405020304" pitchFamily="18" charset="0"/>
            </a:endParaRPr>
          </a:p>
        </p:txBody>
      </p:sp>
      <p:pic>
        <p:nvPicPr>
          <p:cNvPr id="35842" name="Content Placeholder 4" descr="Subscapularis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446" r="-844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834704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Times" panose="02020603050405020304" pitchFamily="18" charset="0"/>
              </a:rPr>
              <a:t>Supraspinatus &amp; greater tubercle</a:t>
            </a:r>
          </a:p>
        </p:txBody>
      </p:sp>
      <p:pic>
        <p:nvPicPr>
          <p:cNvPr id="36866" name="Content Placeholder 3" descr="SupraGreaterTubercle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446" r="-844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048262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en-US" smtClean="0">
                <a:latin typeface="Times" panose="02020603050405020304" pitchFamily="18" charset="0"/>
              </a:rPr>
              <a:t>Supraspinatus</a:t>
            </a:r>
            <a:endParaRPr lang="en-US" altLang="en-US" smtClean="0">
              <a:latin typeface="Times" panose="02020603050405020304" pitchFamily="18" charset="0"/>
            </a:endParaRPr>
          </a:p>
        </p:txBody>
      </p:sp>
      <p:pic>
        <p:nvPicPr>
          <p:cNvPr id="37890" name="Content Placeholder 3" descr="Supraspinatus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446" r="-844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723104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Times" panose="02020603050405020304" pitchFamily="18" charset="0"/>
              </a:rPr>
              <a:t>Teres minor</a:t>
            </a:r>
          </a:p>
        </p:txBody>
      </p:sp>
      <p:pic>
        <p:nvPicPr>
          <p:cNvPr id="38914" name="Content Placeholder 3" descr="TeresMinor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446" r="-844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91027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Times" panose="02020603050405020304" pitchFamily="18" charset="0"/>
              </a:rPr>
              <a:t>Teres major and minor</a:t>
            </a:r>
          </a:p>
        </p:txBody>
      </p:sp>
      <p:pic>
        <p:nvPicPr>
          <p:cNvPr id="28674" name="Content Placeholder 3" descr="BothTeres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446" r="-844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205514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Times" panose="02020603050405020304" pitchFamily="18" charset="0"/>
              </a:rPr>
              <a:t>Pectoralis minor 1</a:t>
            </a:r>
          </a:p>
        </p:txBody>
      </p:sp>
      <p:pic>
        <p:nvPicPr>
          <p:cNvPr id="53250" name="Content Placeholder 3" descr="PectoralisMinor1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446" r="-844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259111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Times" panose="02020603050405020304" pitchFamily="18" charset="0"/>
              </a:rPr>
              <a:t>Pectoralis minor 2</a:t>
            </a:r>
          </a:p>
        </p:txBody>
      </p:sp>
      <p:pic>
        <p:nvPicPr>
          <p:cNvPr id="54274" name="Content Placeholder 3" descr="PectoralisMinor2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446" r="-844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792871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n-US" smtClean="0">
                <a:latin typeface="Times" panose="02020603050405020304" pitchFamily="18" charset="0"/>
              </a:rPr>
              <a:t>Rhomboids 1</a:t>
            </a:r>
            <a:endParaRPr lang="en-US" altLang="en-US" smtClean="0">
              <a:latin typeface="Times" panose="02020603050405020304" pitchFamily="18" charset="0"/>
            </a:endParaRPr>
          </a:p>
        </p:txBody>
      </p:sp>
      <p:pic>
        <p:nvPicPr>
          <p:cNvPr id="40962" name="Content Placeholder 3" descr="Rhomboids1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446" r="-844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374394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n-US" smtClean="0">
                <a:latin typeface="Times" panose="02020603050405020304" pitchFamily="18" charset="0"/>
              </a:rPr>
              <a:t>Rhomboids 2</a:t>
            </a:r>
            <a:endParaRPr lang="en-US" altLang="en-US" smtClean="0">
              <a:latin typeface="Times" panose="02020603050405020304" pitchFamily="18" charset="0"/>
            </a:endParaRPr>
          </a:p>
        </p:txBody>
      </p:sp>
      <p:pic>
        <p:nvPicPr>
          <p:cNvPr id="41986" name="Content Placeholder 4" descr="Rhomboids2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446" r="-844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774565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i-FI" altLang="en-US" smtClean="0">
                <a:latin typeface="Times" panose="02020603050405020304" pitchFamily="18" charset="0"/>
              </a:rPr>
              <a:t>Levator scapula </a:t>
            </a:r>
            <a:r>
              <a:rPr lang="en-US" altLang="en-US" smtClean="0">
                <a:latin typeface="Times" panose="02020603050405020304" pitchFamily="18" charset="0"/>
              </a:rPr>
              <a:t>–</a:t>
            </a:r>
            <a:r>
              <a:rPr lang="fi-FI" altLang="en-US" smtClean="0">
                <a:latin typeface="Times" panose="02020603050405020304" pitchFamily="18" charset="0"/>
              </a:rPr>
              <a:t> prone</a:t>
            </a:r>
            <a:endParaRPr lang="en-US" altLang="en-US" smtClean="0">
              <a:latin typeface="Times" panose="02020603050405020304" pitchFamily="18" charset="0"/>
            </a:endParaRPr>
          </a:p>
        </p:txBody>
      </p:sp>
      <p:pic>
        <p:nvPicPr>
          <p:cNvPr id="46082" name="Content Placeholder 3" descr="LevatorProne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446" r="-844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09414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i-FI" altLang="en-US" smtClean="0">
                <a:latin typeface="Times" panose="02020603050405020304" pitchFamily="18" charset="0"/>
              </a:rPr>
              <a:t>Levator scapula </a:t>
            </a:r>
            <a:r>
              <a:rPr lang="en-US" altLang="en-US" smtClean="0">
                <a:latin typeface="Times" panose="02020603050405020304" pitchFamily="18" charset="0"/>
              </a:rPr>
              <a:t>– </a:t>
            </a:r>
            <a:r>
              <a:rPr lang="fi-FI" altLang="en-US" smtClean="0">
                <a:latin typeface="Times" panose="02020603050405020304" pitchFamily="18" charset="0"/>
              </a:rPr>
              <a:t>supine</a:t>
            </a:r>
            <a:endParaRPr lang="en-US" altLang="en-US" smtClean="0">
              <a:latin typeface="Times" panose="02020603050405020304" pitchFamily="18" charset="0"/>
            </a:endParaRPr>
          </a:p>
        </p:txBody>
      </p:sp>
      <p:pic>
        <p:nvPicPr>
          <p:cNvPr id="47106" name="Content Placeholder 3" descr="LevatorSupine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446" r="-844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085356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en-US" smtClean="0">
                <a:latin typeface="Times" panose="02020603050405020304" pitchFamily="18" charset="0"/>
              </a:rPr>
              <a:t>Coracoid process</a:t>
            </a:r>
            <a:endParaRPr lang="en-US" altLang="en-US" smtClean="0">
              <a:latin typeface="Times" panose="02020603050405020304" pitchFamily="18" charset="0"/>
            </a:endParaRPr>
          </a:p>
        </p:txBody>
      </p:sp>
      <p:pic>
        <p:nvPicPr>
          <p:cNvPr id="58370" name="Content Placeholder 3" descr="CoracoidProcess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446" r="-844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5857026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en-US" smtClean="0">
                <a:latin typeface="Times" panose="02020603050405020304" pitchFamily="18" charset="0"/>
              </a:rPr>
              <a:t>Coracobrachialis</a:t>
            </a:r>
            <a:endParaRPr lang="en-US" altLang="en-US" smtClean="0">
              <a:latin typeface="Times" panose="02020603050405020304" pitchFamily="18" charset="0"/>
            </a:endParaRPr>
          </a:p>
        </p:txBody>
      </p:sp>
      <p:pic>
        <p:nvPicPr>
          <p:cNvPr id="61442" name="Content Placeholder 3" descr="Coracobrachialis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446" r="-844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190320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8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0.xml><?xml version="1.0" encoding="utf-8"?>
<a:theme xmlns:a="http://schemas.openxmlformats.org/drawingml/2006/main" name="9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1.xml><?xml version="1.0" encoding="utf-8"?>
<a:theme xmlns:a="http://schemas.openxmlformats.org/drawingml/2006/main" name="10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</Words>
  <Application>Microsoft Office PowerPoint</Application>
  <PresentationFormat>Widescreen</PresentationFormat>
  <Paragraphs>19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18</vt:i4>
      </vt:variant>
    </vt:vector>
  </HeadingPairs>
  <TitlesOfParts>
    <vt:vector size="35" baseType="lpstr">
      <vt:lpstr>MS PGothic</vt:lpstr>
      <vt:lpstr>MS PGothic</vt:lpstr>
      <vt:lpstr>Arial</vt:lpstr>
      <vt:lpstr>Calibri</vt:lpstr>
      <vt:lpstr>Calibri Light</vt:lpstr>
      <vt:lpstr>Times</vt:lpstr>
      <vt:lpstr>Office Theme</vt:lpstr>
      <vt:lpstr>1_Office Theme</vt:lpstr>
      <vt:lpstr>2_Office Theme</vt:lpstr>
      <vt:lpstr>3_Office Theme</vt:lpstr>
      <vt:lpstr>4_Office Theme</vt:lpstr>
      <vt:lpstr>5_Office Theme</vt:lpstr>
      <vt:lpstr>6_Office Theme</vt:lpstr>
      <vt:lpstr>7_Office Theme</vt:lpstr>
      <vt:lpstr>8_Office Theme</vt:lpstr>
      <vt:lpstr>9_Office Theme</vt:lpstr>
      <vt:lpstr>10_Office Theme</vt:lpstr>
      <vt:lpstr>Deeper muscles of the Shoulder and Arm</vt:lpstr>
      <vt:lpstr>Infraspinatus 1</vt:lpstr>
      <vt:lpstr>Infraspinatus 2</vt:lpstr>
      <vt:lpstr>Infraspinatus &amp; teres minor</vt:lpstr>
      <vt:lpstr>Spine of scapula</vt:lpstr>
      <vt:lpstr>Subscapularis</vt:lpstr>
      <vt:lpstr>Supraspinatus &amp; greater tubercle</vt:lpstr>
      <vt:lpstr>Supraspinatus</vt:lpstr>
      <vt:lpstr>Teres minor</vt:lpstr>
      <vt:lpstr>Teres major and minor</vt:lpstr>
      <vt:lpstr>Pectoralis minor 1</vt:lpstr>
      <vt:lpstr>Pectoralis minor 2</vt:lpstr>
      <vt:lpstr>Rhomboids 1</vt:lpstr>
      <vt:lpstr>Rhomboids 2</vt:lpstr>
      <vt:lpstr>Levator scapula – prone</vt:lpstr>
      <vt:lpstr>Levator scapula – supine</vt:lpstr>
      <vt:lpstr>Coracoid process</vt:lpstr>
      <vt:lpstr>Coracobrachialis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Deeper muscles of the Shoulder and Arm</dc:title>
  <dc:creator>Kari Pincin</dc:creator>
  <cp:lastModifiedBy>Kari Pincin</cp:lastModifiedBy>
  <cp:revision>3</cp:revision>
  <dcterms:created xsi:type="dcterms:W3CDTF">2014-08-07T17:32:41Z</dcterms:created>
  <dcterms:modified xsi:type="dcterms:W3CDTF">2014-08-07T17:43:42Z</dcterms:modified>
</cp:coreProperties>
</file>